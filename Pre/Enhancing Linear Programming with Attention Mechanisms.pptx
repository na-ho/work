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4" autoAdjust="0"/>
    <p:restoredTop sz="94660"/>
  </p:normalViewPr>
  <p:slideViewPr>
    <p:cSldViewPr snapToGrid="0">
      <p:cViewPr varScale="1">
        <p:scale>
          <a:sx n="96" d="100"/>
          <a:sy n="96" d="100"/>
        </p:scale>
        <p:origin x="68" y="1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10/16/2024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10/16/2024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10/16/2024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10/16/2024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10/16/2024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10/16/2024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10/16/2024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/>
              <a:t>Enhancing Linear Programming with Attention Mechanisms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endParaRPr lang="en-US" dirty="0" smtClean="0"/>
          </a:p>
          <a:p>
            <a:pPr algn="ctr"/>
            <a:r>
              <a:rPr lang="en-US" dirty="0" err="1" smtClean="0"/>
              <a:t>NaruPOL</a:t>
            </a:r>
            <a:r>
              <a:rPr lang="en-US" dirty="0" smtClean="0"/>
              <a:t> Hongthai</a:t>
            </a:r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34021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/>
              <a:t>Linear Programming (LP)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Linear programming is a method to achieve the best outcome (e.g., maximum profit, lowest cost) in a mathematical model whose requirements are represented by linear relationships.</a:t>
            </a:r>
          </a:p>
          <a:p>
            <a:pPr lvl="1"/>
            <a:r>
              <a:rPr lang="en-US" dirty="0"/>
              <a:t>Common applications include optimization in supply chain management, scheduling, resource allocation, and finance.</a:t>
            </a:r>
          </a:p>
          <a:p>
            <a:r>
              <a:rPr lang="en-US" b="1" dirty="0"/>
              <a:t>Role of Attention Mechanisms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Attention mechanisms, widely used in machine learning, allow models to focus on specific parts of input data.</a:t>
            </a:r>
          </a:p>
          <a:p>
            <a:pPr lvl="1"/>
            <a:r>
              <a:rPr lang="en-US" dirty="0"/>
              <a:t>In the context of linear programming, attention can be used to selectively prioritize important constraints and variables, leading to faster and more efficient solutions.</a:t>
            </a:r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5826" y="154540"/>
            <a:ext cx="4159553" cy="2406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45175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 of </a:t>
            </a:r>
            <a:r>
              <a:rPr lang="en-US" dirty="0" smtClean="0"/>
              <a:t>Methods for Attention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b="1" dirty="0"/>
              <a:t>Direct Approximate Solving with Attention: </a:t>
            </a:r>
            <a:r>
              <a:rPr lang="en-US" dirty="0"/>
              <a:t>Solves LP problems by approximating solutions, using attention to focus on critical parts of the problem.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Primal-Dual Interior Point Method with Attention</a:t>
            </a:r>
            <a:r>
              <a:rPr lang="en-US" dirty="0"/>
              <a:t>: Enhances the traditional interior point method by guiding the solution search process, reducing iteration cycles.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Column Generation with Attention</a:t>
            </a:r>
            <a:r>
              <a:rPr lang="en-US" dirty="0"/>
              <a:t>: Applies attention to prioritize and efficiently generate columns (variables), making it suitable for large-scale LP problems.</a:t>
            </a:r>
          </a:p>
        </p:txBody>
      </p:sp>
    </p:spTree>
    <p:extLst>
      <p:ext uri="{BB962C8B-B14F-4D97-AF65-F5344CB8AC3E}">
        <p14:creationId xmlns:p14="http://schemas.microsoft.com/office/powerpoint/2010/main" val="39280829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Direct Approximate Solving with Attention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412" y="1994452"/>
            <a:ext cx="9905999" cy="3796749"/>
          </a:xfrm>
        </p:spPr>
        <p:txBody>
          <a:bodyPr>
            <a:normAutofit fontScale="62500" lnSpcReduction="20000"/>
          </a:bodyPr>
          <a:lstStyle/>
          <a:p>
            <a:r>
              <a:rPr lang="en-US" b="1" dirty="0" smtClean="0"/>
              <a:t>Concept</a:t>
            </a:r>
            <a:r>
              <a:rPr lang="en-US" dirty="0" smtClean="0"/>
              <a:t>:</a:t>
            </a:r>
          </a:p>
          <a:p>
            <a:pPr lvl="1"/>
            <a:r>
              <a:rPr lang="en-US" dirty="0" smtClean="0"/>
              <a:t>This </a:t>
            </a:r>
            <a:r>
              <a:rPr lang="en-US" dirty="0"/>
              <a:t>method involves directly approximating the solution to a linear programming problem by using attention </a:t>
            </a:r>
            <a:r>
              <a:rPr lang="en-US" dirty="0" smtClean="0"/>
              <a:t>mechanisms.</a:t>
            </a:r>
          </a:p>
          <a:p>
            <a:pPr lvl="1"/>
            <a:r>
              <a:rPr lang="en-US" dirty="0" smtClean="0"/>
              <a:t>Instead </a:t>
            </a:r>
            <a:r>
              <a:rPr lang="en-US" dirty="0"/>
              <a:t>of solving the entire problem exhaustively, the attention mechanism identifies and focuses on key variables and constraints that have the most impact on the final </a:t>
            </a:r>
            <a:r>
              <a:rPr lang="en-US" dirty="0" smtClean="0"/>
              <a:t>solution.</a:t>
            </a:r>
          </a:p>
          <a:p>
            <a:pPr lvl="1"/>
            <a:r>
              <a:rPr lang="en-US" dirty="0" smtClean="0"/>
              <a:t>By </a:t>
            </a:r>
            <a:r>
              <a:rPr lang="en-US" dirty="0"/>
              <a:t>prioritizing these elements, the method can deliver faster, near-optimal solutions</a:t>
            </a:r>
            <a:r>
              <a:rPr lang="en-US" dirty="0" smtClean="0"/>
              <a:t>.</a:t>
            </a:r>
            <a:endParaRPr lang="en-US" dirty="0"/>
          </a:p>
          <a:p>
            <a:r>
              <a:rPr lang="en-US" b="1" dirty="0"/>
              <a:t>Key </a:t>
            </a:r>
            <a:r>
              <a:rPr lang="en-US" b="1" dirty="0" smtClean="0"/>
              <a:t>Advantages</a:t>
            </a:r>
            <a:r>
              <a:rPr lang="en-US" dirty="0" smtClean="0"/>
              <a:t>:</a:t>
            </a:r>
            <a:endParaRPr lang="en-US" dirty="0"/>
          </a:p>
          <a:p>
            <a:pPr lvl="1"/>
            <a:r>
              <a:rPr lang="en-US" dirty="0" smtClean="0"/>
              <a:t>Speed</a:t>
            </a:r>
            <a:r>
              <a:rPr lang="en-US" dirty="0"/>
              <a:t>: Significantly reduces computation time by avoiding unnecessary </a:t>
            </a:r>
            <a:r>
              <a:rPr lang="en-US" dirty="0" smtClean="0"/>
              <a:t>calculations.</a:t>
            </a:r>
          </a:p>
          <a:p>
            <a:pPr lvl="1"/>
            <a:r>
              <a:rPr lang="en-US" dirty="0" smtClean="0"/>
              <a:t>Efficiency</a:t>
            </a:r>
            <a:r>
              <a:rPr lang="en-US" dirty="0"/>
              <a:t>: Focuses resources on solving the most influential parts of the problem, leading to quicker </a:t>
            </a:r>
            <a:r>
              <a:rPr lang="en-US" dirty="0" smtClean="0"/>
              <a:t>approximations.</a:t>
            </a:r>
          </a:p>
          <a:p>
            <a:pPr lvl="1"/>
            <a:r>
              <a:rPr lang="en-US" dirty="0" smtClean="0"/>
              <a:t>Scalability</a:t>
            </a:r>
            <a:r>
              <a:rPr lang="en-US" dirty="0"/>
              <a:t>: Capable of handling larger LP problems by selectively processing key data points</a:t>
            </a:r>
            <a:r>
              <a:rPr lang="en-US" dirty="0" smtClean="0"/>
              <a:t>.</a:t>
            </a:r>
            <a:endParaRPr lang="en-US" dirty="0"/>
          </a:p>
          <a:p>
            <a:r>
              <a:rPr lang="en-US" b="1" dirty="0"/>
              <a:t>Example Use </a:t>
            </a:r>
            <a:r>
              <a:rPr lang="en-US" b="1" dirty="0" smtClean="0"/>
              <a:t>Case</a:t>
            </a:r>
            <a:r>
              <a:rPr lang="en-US" dirty="0" smtClean="0"/>
              <a:t>:</a:t>
            </a:r>
          </a:p>
          <a:p>
            <a:pPr lvl="1"/>
            <a:r>
              <a:rPr lang="en-US" dirty="0" smtClean="0"/>
              <a:t>Logistics </a:t>
            </a:r>
            <a:r>
              <a:rPr lang="en-US" dirty="0"/>
              <a:t>&amp; Routing: Optimizing delivery routes by approximating the shortest paths and prioritizing critical routes with higher demand, reducing overall computation time.</a:t>
            </a:r>
          </a:p>
        </p:txBody>
      </p:sp>
    </p:spTree>
    <p:extLst>
      <p:ext uri="{BB962C8B-B14F-4D97-AF65-F5344CB8AC3E}">
        <p14:creationId xmlns:p14="http://schemas.microsoft.com/office/powerpoint/2010/main" val="6009581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Primal-Dual </a:t>
            </a:r>
            <a:r>
              <a:rPr lang="en-US" dirty="0"/>
              <a:t>Interior Point Method with Attention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b="1" dirty="0" smtClean="0"/>
              <a:t>Concept</a:t>
            </a:r>
            <a:r>
              <a:rPr lang="en-US" dirty="0" smtClean="0"/>
              <a:t>:</a:t>
            </a:r>
          </a:p>
          <a:p>
            <a:pPr lvl="1"/>
            <a:r>
              <a:rPr lang="en-US" dirty="0" smtClean="0"/>
              <a:t>The </a:t>
            </a:r>
            <a:r>
              <a:rPr lang="en-US" dirty="0"/>
              <a:t>Primal-Dual Interior Point Method is a popular approach for solving LP problems, where solutions are iteratively refined by simultaneously adjusting primal (original) and dual (constraint-based) </a:t>
            </a:r>
            <a:r>
              <a:rPr lang="en-US" dirty="0" smtClean="0"/>
              <a:t>variables.</a:t>
            </a:r>
          </a:p>
          <a:p>
            <a:pPr lvl="1"/>
            <a:r>
              <a:rPr lang="en-US" dirty="0" smtClean="0"/>
              <a:t>Integrating </a:t>
            </a:r>
            <a:r>
              <a:rPr lang="en-US" dirty="0"/>
              <a:t>attention mechanisms helps guide the search process by focusing on the most critical variables and constraints at each </a:t>
            </a:r>
            <a:r>
              <a:rPr lang="en-US" dirty="0" smtClean="0"/>
              <a:t>iteration.</a:t>
            </a:r>
          </a:p>
          <a:p>
            <a:pPr lvl="1"/>
            <a:r>
              <a:rPr lang="en-US" dirty="0" smtClean="0"/>
              <a:t>This </a:t>
            </a:r>
            <a:r>
              <a:rPr lang="en-US" dirty="0"/>
              <a:t>targeted focus allows the method to converge faster and more efficiently, reducing the number of iterations needed to reach an optimal solution</a:t>
            </a:r>
            <a:r>
              <a:rPr lang="en-US" dirty="0" smtClean="0"/>
              <a:t>.</a:t>
            </a:r>
            <a:endParaRPr lang="en-US" dirty="0"/>
          </a:p>
          <a:p>
            <a:r>
              <a:rPr lang="en-US" b="1" dirty="0" smtClean="0"/>
              <a:t>Benefits</a:t>
            </a:r>
            <a:r>
              <a:rPr lang="en-US" dirty="0" smtClean="0"/>
              <a:t>:</a:t>
            </a:r>
          </a:p>
          <a:p>
            <a:pPr lvl="1"/>
            <a:r>
              <a:rPr lang="en-US" dirty="0" smtClean="0"/>
              <a:t>Improved </a:t>
            </a:r>
            <a:r>
              <a:rPr lang="en-US" dirty="0"/>
              <a:t>Convergence: Attention guides the algorithm towards optimal regions, accelerating the convergence </a:t>
            </a:r>
            <a:r>
              <a:rPr lang="en-US" dirty="0" smtClean="0"/>
              <a:t>process.</a:t>
            </a:r>
          </a:p>
          <a:p>
            <a:pPr lvl="1"/>
            <a:r>
              <a:rPr lang="en-US" dirty="0" smtClean="0"/>
              <a:t>Reduced </a:t>
            </a:r>
            <a:r>
              <a:rPr lang="en-US" dirty="0"/>
              <a:t>Iterations: By prioritizing key elements, the method requires fewer iteration cycles to find solutions, saving computational </a:t>
            </a:r>
            <a:r>
              <a:rPr lang="en-US" dirty="0" smtClean="0"/>
              <a:t>resources.</a:t>
            </a:r>
          </a:p>
          <a:p>
            <a:pPr lvl="1"/>
            <a:r>
              <a:rPr lang="en-US" dirty="0" smtClean="0"/>
              <a:t>Enhanced </a:t>
            </a:r>
            <a:r>
              <a:rPr lang="en-US" dirty="0"/>
              <a:t>Robustness: Better handling of complex and large-scale problems by selectively focusing on influential factors.</a:t>
            </a:r>
          </a:p>
        </p:txBody>
      </p:sp>
    </p:spTree>
    <p:extLst>
      <p:ext uri="{BB962C8B-B14F-4D97-AF65-F5344CB8AC3E}">
        <p14:creationId xmlns:p14="http://schemas.microsoft.com/office/powerpoint/2010/main" val="25883196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Column Generation with Attention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 smtClean="0"/>
              <a:t>Concept</a:t>
            </a:r>
            <a:r>
              <a:rPr lang="en-US" dirty="0" smtClean="0"/>
              <a:t>:</a:t>
            </a:r>
          </a:p>
          <a:p>
            <a:pPr lvl="1"/>
            <a:r>
              <a:rPr lang="en-US" dirty="0" smtClean="0"/>
              <a:t>Column </a:t>
            </a:r>
            <a:r>
              <a:rPr lang="en-US" dirty="0"/>
              <a:t>Generation is a technique used to solve large-scale linear programming problems by generating variables (columns) only when needed, instead of solving with all variables </a:t>
            </a:r>
            <a:r>
              <a:rPr lang="en-US" dirty="0" smtClean="0"/>
              <a:t>upfront.</a:t>
            </a:r>
          </a:p>
          <a:p>
            <a:pPr lvl="1"/>
            <a:r>
              <a:rPr lang="en-US" dirty="0" smtClean="0"/>
              <a:t>Attention </a:t>
            </a:r>
            <a:r>
              <a:rPr lang="en-US" dirty="0"/>
              <a:t>mechanisms can be integrated to prioritize which columns (variables) to generate, focusing on those that have the highest potential to improve the </a:t>
            </a:r>
            <a:r>
              <a:rPr lang="en-US" dirty="0" smtClean="0"/>
              <a:t>solution.</a:t>
            </a:r>
          </a:p>
          <a:p>
            <a:pPr lvl="1"/>
            <a:r>
              <a:rPr lang="en-US" dirty="0" smtClean="0"/>
              <a:t>This </a:t>
            </a:r>
            <a:r>
              <a:rPr lang="en-US" dirty="0"/>
              <a:t>approach reduces the computational burden by dynamically focusing on the most promising variables, leading to a more efficient optimization </a:t>
            </a:r>
            <a:r>
              <a:rPr lang="en-US" dirty="0" smtClean="0"/>
              <a:t>process.</a:t>
            </a:r>
          </a:p>
          <a:p>
            <a:r>
              <a:rPr lang="en-US" b="1" dirty="0" smtClean="0"/>
              <a:t>Key Benefits</a:t>
            </a:r>
            <a:r>
              <a:rPr lang="en-US" dirty="0" smtClean="0"/>
              <a:t>:</a:t>
            </a:r>
          </a:p>
          <a:p>
            <a:pPr lvl="1"/>
            <a:r>
              <a:rPr lang="en-US" dirty="0" smtClean="0"/>
              <a:t>Efficient </a:t>
            </a:r>
            <a:r>
              <a:rPr lang="en-US" dirty="0"/>
              <a:t>Handling of Large-Scale Problems: Able to solve LP problems with a vast number of variables by generating only a subset of necessary </a:t>
            </a:r>
            <a:r>
              <a:rPr lang="en-US" dirty="0" smtClean="0"/>
              <a:t>columns.</a:t>
            </a:r>
          </a:p>
          <a:p>
            <a:pPr lvl="1"/>
            <a:r>
              <a:rPr lang="en-US" dirty="0" smtClean="0"/>
              <a:t>Scalability</a:t>
            </a:r>
            <a:r>
              <a:rPr lang="en-US" dirty="0"/>
              <a:t>: Improved scalability through selective attention, making it suitable for problems with hundreds or thousands of </a:t>
            </a:r>
            <a:r>
              <a:rPr lang="en-US" dirty="0" smtClean="0"/>
              <a:t>variables.</a:t>
            </a:r>
          </a:p>
          <a:p>
            <a:pPr lvl="1"/>
            <a:r>
              <a:rPr lang="en-US" dirty="0" smtClean="0"/>
              <a:t>Cost-Effective</a:t>
            </a:r>
            <a:r>
              <a:rPr lang="en-US" dirty="0"/>
              <a:t>: Reduces unnecessary computations by focusing resources on high-impact variables.</a:t>
            </a:r>
          </a:p>
        </p:txBody>
      </p:sp>
    </p:spTree>
    <p:extLst>
      <p:ext uri="{BB962C8B-B14F-4D97-AF65-F5344CB8AC3E}">
        <p14:creationId xmlns:p14="http://schemas.microsoft.com/office/powerpoint/2010/main" val="3946679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en-US" dirty="0" smtClean="0"/>
          </a:p>
          <a:p>
            <a:pPr marL="0" indent="0" algn="ctr">
              <a:buNone/>
            </a:pPr>
            <a:r>
              <a:rPr lang="en-US" sz="3600" b="1" dirty="0" smtClean="0"/>
              <a:t>END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77239383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2578CA-DEC9-49C3-80AF-C113973CC9A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194</TotalTime>
  <Words>628</Words>
  <Application>Microsoft Office PowerPoint</Application>
  <PresentationFormat>Widescreen</PresentationFormat>
  <Paragraphs>45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Trebuchet MS</vt:lpstr>
      <vt:lpstr>Tw Cen MT</vt:lpstr>
      <vt:lpstr>Circuit</vt:lpstr>
      <vt:lpstr>Enhancing Linear Programming with Attention Mechanisms</vt:lpstr>
      <vt:lpstr>Introduction</vt:lpstr>
      <vt:lpstr>Overview of Methods for Attention</vt:lpstr>
      <vt:lpstr>Direct Approximate Solving with Attention</vt:lpstr>
      <vt:lpstr>Primal-Dual Interior Point Method with Attention</vt:lpstr>
      <vt:lpstr>Column Generation with Attention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Enhancing Linear Programming with Attention Mechanisms</dc:title>
  <dc:creator>Narupol Hongthai</dc:creator>
  <cp:lastModifiedBy>Narupol Hongthai</cp:lastModifiedBy>
  <cp:revision>6</cp:revision>
  <dcterms:created xsi:type="dcterms:W3CDTF">2024-10-16T05:43:14Z</dcterms:created>
  <dcterms:modified xsi:type="dcterms:W3CDTF">2024-10-16T08:57:32Z</dcterms:modified>
</cp:coreProperties>
</file>